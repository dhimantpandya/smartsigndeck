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SmartSignDeck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Digital Signage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Developed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Dhimant N. Pandya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(BC065 / 23BCUOS076)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Developed At: Technostacks Infotech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Internal Guide: Prof. Minaz Shaikh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 (Introduction)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SmartSignDeck is a comprehensive, cloud-based Digital Signage Management SaaS platform. 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 with the new images or videos. SmartSignDeck completely eliminates this manual effort by leveraging internet connectivity and real-time WebSocket communication to push content to screens instantly.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 (Core Objectives)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primary objectives of the SmartSignDeck system include: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Centralized Management: Control an unlimited number of screens across different physical locations simultaneously.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Real-Time Synchronization: Push media and layout updates to live screens instantly without requiring page refreshes.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Intuitive Designing: Provide a drag-and-drop template editor (canvas) for users to build rich media layouts containing Images, Videos, Text, and Clocks.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Multi-Tenant Architecture: Allow multiple companies to use the platform securely with strict data isolation.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Analytics &amp; Auditing: Track exactly what content is playing, screen online statuses, and user actions on the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Software Technologies (MERN Stack):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TailwindCSS, Radix UI, Fabric.js (Canvas)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 for Real-time)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Third-Party Services: Firebase Auth (OAuth), Cloudinary (Media Storage)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Security: JSON Web Tokens (JWT), Nodemailer (OTP Verification)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Hardware Requirements: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(for Node.js hosting)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Client (Admin): Any standard PC/Laptop with a modern web 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Display Server (Player): Any Smart TV, Raspberry Pi, or mini-PC with an active internet connection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Network: Standard broadband connection for reliable WebSocket streaming.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Technical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MERN stack guarantees high scalability and rapid development. WebSockets handle real-time sync effectively without bogging down the server.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Economic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 primary technologies (React, Node, MongoDB) are open-source. Cloud infrastructure operates on a Pay-As-You-Go model, making upfront licensing costs near zero.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Operational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platform UI is highly intuitive, relying on standard drag-and-drop mechanics. End users require almost no specialized training to operate the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System Diagrams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(Use Cases, DFDs, Flow Charts)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Key Use Cases: Registration, Template Creation, Screen Assignment, Analytics Tracking.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Use Case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Flow Chart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Overall logical execution flow of the system processes.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Flow Chart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Activity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Activity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Sequence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Demonstrating the real-time synchronous connection between Admin Board and Display Screen (Player).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Sequence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 (Level 0 &amp; 1)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Displaying the flow of media and scheduling instructions from User -&gt; Server -&gt; Display Node.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DFD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Data Dictionary (Database Tables)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Store registered user profiles and authentication data.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 of the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Hashed password (bcrypt)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Access Level (admin, user)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companyId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Holds all display locations and real-time socket statuses.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Screen display area 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network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 or Offline playback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templates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Saves the drag-and-drop grid canvas layouts.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Title of the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 output (e.g. 1920x1080)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 array of screen layout 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 permission setting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Table Name: playlists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Description: Sequence of templates scheduled to run on screens.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Playlist title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Array(Object)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 mapping Template_Ids to Durations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to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System Screen Layouts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Login &amp; Registration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Login &amp; Registration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Main Dashboard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Main Dashboard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User Management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User Management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Grid Editor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Template Grid Editor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Library Viewer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Template Library Viewer Here ]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Screen Assignment &amp; Status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Screen Assignment &amp; Status View Here ]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Playlist Scheduler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Playlist Scheduler View Here ]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Live Running Player Screen (Output)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Live Running Player Screen (Output) Here ]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Analytics &amp; Audit Log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Analytics &amp; Audit Log Screen Here ]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Scope: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Offers distinct access layers ensuring standard users only see assigned regions.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Allows robust audit logging tracking every connection and content change continuously.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Limitations: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Strict dependency on internet access. The Player screens cannot render updates if connection drops.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Timezone management is unified globally. Local screen timezone logic is pending.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Very large video assets without compression may delay screen loading times.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cache templates offline for uninterrupted looping when internet drops.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to automatically design display graphics based on prompt keywords.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anonymous demographic engagement metrics and views.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4. Payment Gateways: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advertisers to rent out unused screen timeslots seamlessly and pay digitally.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66666"/>
                </a:solidFill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N. Pandya</cp:lastModifiedBy>
  <cp:revision>1</cp:revision>
  <dcterms:created xsi:type="dcterms:W3CDTF">2026-04-03T17:29:38Z</dcterms:created>
  <dcterms:modified xsi:type="dcterms:W3CDTF">2026-04-03T17:29:38Z</dcterms:modified>
</cp:coreProperties>
</file>