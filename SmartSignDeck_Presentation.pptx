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SmartSignDeck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Digital Signage Management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63636"/>
                </a:solidFill>
              </a:rPr>
              <a:t>Developed By: Dhimant N. Pandya (BC065 / 23BCUOS076)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363636"/>
                </a:solidFill>
              </a:rPr>
              <a:t>Group: M5 | Under Guidance of Prof. Minaz Shaikh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363636"/>
                </a:solidFill>
              </a:rPr>
              <a:t>Developed At: Technostacks Infotech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About The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SmartSignDeck is a cloud-based Digital Signage Management SaaS platform that enables businesses to display dynamic rich-media content (images, videos, text, clocks) on remote screens seamlessly.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Core Objectives: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Centralized control over multiple distributed displays.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Drag-and-drop template designer for rich media zones.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Multi-tenant architecture (company workspaces).</a:t>
            </a:r>
            <a:endParaRPr lang="en-US" sz="18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Real-time content synchronization via WebSockets.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Hardware &amp; Software Details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Software Requirements: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Frontend: React.js, TypeScript, TailwindCSS, Fabric.js (Canvas)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Backend: Node.js, Express.js, Socket.IO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Database: MongoDB Atlas (NoSQL)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Authentication: Google Firebase OAuth + Custom JWTs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Cloud Storage: Cloudinary (for images/videos)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Hardware Recommendations: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Server: Minimal 2GB RAM, 2 vCPUs (Node env)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Client (Player Display): Any smart TV or Raspberry Pi with a browser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Internet Connection: Required for real-time WebSocket sync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Feasibility Study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1. Technical Feasibility: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 Using the MERN stack guarantees high scalability and rapid development. WebSockets handle real-time sync with low overhead.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2. Economic Feasibility: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 Cloud infrastructure operates on a Pay-As-You-Go model. Open-source libraries keep upfront licensing costs near zero.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3. Operational Feasibility: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 Platform UI is highly intuitive, relying on standard drag-and-drop mechanics. End users require almost no training.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Use Case &amp; Flow Chart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A9A9A9"/>
                </a:solidFill>
              </a:rPr>
              <a:t>[ Please insert your Use Case Diagram Image Here ]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0" y="1828800"/>
            <a:ext cx="27432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A9A9A9"/>
                </a:solidFill>
              </a:rPr>
              <a:t>[ Please insert your Flow Chart Image Here ]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Key Use Cases: Registration, Template Creation, Screen Assignment, Analytics Tracking.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Activity &amp; Sequence Diagrams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A9A9A9"/>
                </a:solidFill>
              </a:rPr>
              <a:t>[ Insert Activity Diagram Image Here ]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0" y="1828800"/>
            <a:ext cx="27432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A9A9A9"/>
                </a:solidFill>
              </a:rPr>
              <a:t>[ Insert Sequence Diagram Image Here ]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Demonstrating the real-time synchronous connection between Admin Board and Display Screen (Player).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Data Flow Diagrams (DFD)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A9A9A9"/>
                </a:solidFill>
              </a:rPr>
              <a:t>[ Insert Level 0 / Context DFD Image Here ]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0" y="1828800"/>
            <a:ext cx="27432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A9A9A9"/>
                </a:solidFill>
              </a:rPr>
              <a:t>[ Insert Level 1 DFD Image Here ]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Displaying the flow of media and scheduling instructions from User -&gt; Server -&gt; Display Node.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System Screen Layouts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A9A9A9"/>
                </a:solidFill>
              </a:rPr>
              <a:t>[ Insert Dashboard Screenshot Here ]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0" y="1371600"/>
            <a:ext cx="36576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A9A9A9"/>
                </a:solidFill>
              </a:rPr>
              <a:t>[ Insert Template Editor Screenshot Here ]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14600" y="3474720"/>
            <a:ext cx="3657600" cy="13716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A9A9A9"/>
                </a:solidFill>
              </a:rPr>
              <a:t>[ Insert Player View Screenshot Here ]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Limitations &amp; Future Expansion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Current Limitations: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Screen Player requires a continuous internet connection (no offline caching yet).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Native mobile app is currently unavailable; works via web browser only.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Extremely high-resolution video streams may buffer on slow connections.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Future Expansion: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Develop standalone Mobile Apps (iOS/Android) for offline caching functionality.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Implement AI to automatically recommend template designs based on industry.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Introduce API integrations with 3rd-party services (Live News, Stock exchange).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Technostacks Infotech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SmartSignDeck</dc:title>
  <dc:subject>SmartSignDeck Final Project Presentation</dc:subject>
  <dc:creator>Dhimant N. Pandya</dc:creator>
  <cp:lastModifiedBy>Dhimant N. Pandya</cp:lastModifiedBy>
  <cp:revision>1</cp:revision>
  <dcterms:created xsi:type="dcterms:W3CDTF">2026-04-03T16:49:52Z</dcterms:created>
  <dcterms:modified xsi:type="dcterms:W3CDTF">2026-04-03T16:49:52Z</dcterms:modified>
</cp:coreProperties>
</file>