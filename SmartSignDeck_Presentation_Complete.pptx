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SmartSignDeck | Cloud-Based Digital Signage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Dharmsinh Desai University | BCA Final Year Project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4D8"/>
                </a:solidFill>
              </a:rPr>
              <a:t>SmartSignDeck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Digital Signage Management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Developed By: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Dhimant N. Pandya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(BC065 / 23BCUOS076)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Developed At: Technostacks Infotech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Internal Guide: Prof. Minaz Shaikh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About The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28016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SmartSignDeck is a comprehensive, cloud-based Digital Signage Management SaaS platform. 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It is designed to enable businesses, advertisers, and organizations to seamlessly control and update digital displays (TVs, Monitors, Billboards) located anywhere in the world from a single centralized dashboard.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Traditionally, updating a digital screen required a person to physically travel to the display monitor and plug in a USB drive. SmartSignDeck completely eliminates this manual effort by leveraging internet connectivity to push content to screens remotely.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About The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Core Objectives: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1. Centralized Management: Control an unlimited number of screens across different physical locations simultaneously.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2. Real-Time Synchronization: Push media and layout updates to live screens instantly using WebSockets.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3. Intuitive Designing: Provide a drag-and-drop template editor (canvas) for users to build rich media layouts (Images, Videos, Clocks).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4. Multi-Tenant Architecture: Allow multiple companies to use the platform securely with strict data isolation.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5. Analytics &amp; Auditing: Track exactly what content is playing and monitor screen online statuses.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Hardware &amp; Software Details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Software Technologies (MERN Stack):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Frontend: React.js, TypeScript, TailwindCSS, Fabric.js (Canvas)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Backend: Node.js, Express.js, Socket.IO (WebSockets)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Database: MongoDB Atlas (Mongoose ORM)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Cloud Services: Firebase Auth (OAuth), Cloudinary (Media Storage)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Hardware Requirements: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32004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Cloud Server: 2 vCPUs, 2GB RAM minimum (Node.js backend hosting)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Client (Admin UI): Standard Laptop/Desktop with a modern web browser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Display Server (Player node): Smart TV, Raspberry Pi, or mini-PC with an active internet connection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Network: Standard broadband connection for reliable media streaming.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Detailed Description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a) Existing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Pain Points in Traditional Systems: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Manual Effort: Content is stored on USB drives; employees must physically travel to displays to plug them in.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No Centralization: Impossible to sync or update multiple billboards in different cities at the same time.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Blind Operations: Management cannot remotely check if a screen is broken, offline, or turned off.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Static Content: Very difficult to integrate dynamic elements like Live Clocks or real-time internet feeds alongside videos.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Detailed Description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b) Proposed System (SmartSignDeck)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Advantages &amp; Solutions: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Cloud-Based Pipeline: Admins securely upload layouts globally. Remote screens fetch updates via Wi-Fi/Ethernet.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Instant WebSocket Triggers: The moment an admin clicks "Deploy", the display updates synchronously worldwide within milliseconds.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Automated 24/7 Scheduling: Content rules shift layouts based strictly on current timeslots or days independently.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Dynamic Designer: Embed Videos, Images, QR Codes, and Real-Time Clocks into a custom template canvas seamlessly.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Feasibility Study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18872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1. Technical Feasibility: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Highly scalable utilizing a modern MERN Stack and WebSocket architecture.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Extremely low-latency real-time synchronization between server and client screens.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2. Economic Feasibility: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Open-source framework eliminating hefty upfront licensing costs.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Pay-As-You-Go cloud scaling keeps storage and computing inexpensive.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3. Operational Feasibility: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Visual drag-and-drop mechanics ensure zero learning-curve for new admins.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Automates previously tedious physical operations entirely.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Diagrams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(UML, Data Flow, &amp; ER)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a) Super Admin</a:t>
            </a:r>
            <a:endParaRPr lang="en-US" sz="2000" dirty="0"/>
          </a:p>
        </p:txBody>
      </p:sp>
      <p:pic>
        <p:nvPicPr>
          <p:cNvPr id="4" name="Image 0" descr="C:\AWT_PRATICAL\SmartSignDeck_Fresh\docs\images\use_case_super_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b) Admin</a:t>
            </a:r>
            <a:endParaRPr lang="en-US" sz="2000" dirty="0"/>
          </a:p>
        </p:txBody>
      </p:sp>
      <p:pic>
        <p:nvPicPr>
          <p:cNvPr id="4" name="Image 0" descr="C:\AWT_PRATICAL\SmartSignDeck_Fresh\docs\images\use_case_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c) User</a:t>
            </a:r>
            <a:endParaRPr lang="en-US" sz="2000" dirty="0"/>
          </a:p>
        </p:txBody>
      </p:sp>
      <p:pic>
        <p:nvPicPr>
          <p:cNvPr id="4" name="Image 0" descr="C:\AWT_PRATICAL\SmartSignDeck_Fresh\docs\images\use_case_us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d) Advertiser</a:t>
            </a:r>
            <a:endParaRPr lang="en-US" sz="2000" dirty="0"/>
          </a:p>
        </p:txBody>
      </p:sp>
      <p:pic>
        <p:nvPicPr>
          <p:cNvPr id="4" name="Image 0" descr="C:\AWT_PRATICAL\SmartSignDeck_Fresh\docs\images\use_case_advertis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Context Level DFD (Level 0)</a:t>
            </a:r>
            <a:endParaRPr lang="en-US" sz="2000" dirty="0"/>
          </a:p>
        </p:txBody>
      </p:sp>
      <p:pic>
        <p:nvPicPr>
          <p:cNvPr id="4" name="Image 0" descr="C:\AWT_PRATICAL\SmartSignDeck_Fresh\docs\images\dfd_level_0_contex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1 DFD: Super Admin</a:t>
            </a:r>
            <a:endParaRPr lang="en-US" sz="2000" dirty="0"/>
          </a:p>
        </p:txBody>
      </p:sp>
      <p:pic>
        <p:nvPicPr>
          <p:cNvPr id="4" name="Image 0" descr="C:\AWT_PRATICAL\SmartSignDeck_Fresh\docs\images\dfd_level_1_super_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1 DFD: Admin</a:t>
            </a:r>
            <a:endParaRPr lang="en-US" sz="2000" dirty="0"/>
          </a:p>
        </p:txBody>
      </p:sp>
      <p:pic>
        <p:nvPicPr>
          <p:cNvPr id="4" name="Image 0" descr="C:\AWT_PRATICAL\SmartSignDeck_Fresh\docs\images\dfd_level_1_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1 DFD: User</a:t>
            </a:r>
            <a:endParaRPr lang="en-US" sz="2000" dirty="0"/>
          </a:p>
        </p:txBody>
      </p:sp>
      <p:pic>
        <p:nvPicPr>
          <p:cNvPr id="4" name="Image 0" descr="C:\AWT_PRATICAL\SmartSignDeck_Fresh\docs\images\dfd_level_1_us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1 DFD: Advertiser</a:t>
            </a:r>
            <a:endParaRPr lang="en-US" sz="2000" dirty="0"/>
          </a:p>
        </p:txBody>
      </p:sp>
      <p:pic>
        <p:nvPicPr>
          <p:cNvPr id="4" name="Image 0" descr="C:\AWT_PRATICAL\SmartSignDeck_Fresh\docs\images\dfd_level_1_advertis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2 DFD: Admin/Users</a:t>
            </a:r>
            <a:endParaRPr lang="en-US" sz="2000" dirty="0"/>
          </a:p>
        </p:txBody>
      </p:sp>
      <p:pic>
        <p:nvPicPr>
          <p:cNvPr id="4" name="Image 0" descr="C:\AWT_PRATICAL\SmartSignDeck_Fresh\docs\images\dfd_level_2_admin_us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2 DFD: User Canvas (Editor)</a:t>
            </a:r>
            <a:endParaRPr lang="en-US" sz="2000" dirty="0"/>
          </a:p>
        </p:txBody>
      </p:sp>
      <p:pic>
        <p:nvPicPr>
          <p:cNvPr id="4" name="Image 0" descr="C:\AWT_PRATICAL\SmartSignDeck_Fresh\docs\images\dfd_level_2_user_canv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2 DFD: Advertiser</a:t>
            </a:r>
            <a:endParaRPr lang="en-US" sz="2000" dirty="0"/>
          </a:p>
        </p:txBody>
      </p:sp>
      <p:pic>
        <p:nvPicPr>
          <p:cNvPr id="4" name="Image 0" descr="C:\AWT_PRATICAL\SmartSignDeck_Fresh\docs\images\dfd_level_2_advertis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ER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Entity-Relationship Diagram</a:t>
            </a:r>
            <a:endParaRPr lang="en-US" sz="2000" dirty="0"/>
          </a:p>
        </p:txBody>
      </p:sp>
      <p:pic>
        <p:nvPicPr>
          <p:cNvPr id="4" name="Image 0" descr="C:\AWT_PRATICAL\SmartSignDeck_Fresh\docs\images\smart_sign_deck_erd_cleaned_v2_177461411968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System Flow Processes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Flow Chart (Super Admin)</a:t>
            </a:r>
            <a:endParaRPr lang="en-US" sz="2000" dirty="0"/>
          </a:p>
        </p:txBody>
      </p:sp>
      <p:pic>
        <p:nvPicPr>
          <p:cNvPr id="4" name="Image 0" descr="C:\AWT_PRATICAL\SmartSignDeck_Fresh\docs\images\super_admin_flow_correc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System Flow Processes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Flow Chart (Admin)</a:t>
            </a:r>
            <a:endParaRPr lang="en-US" sz="2000" dirty="0"/>
          </a:p>
        </p:txBody>
      </p:sp>
      <p:pic>
        <p:nvPicPr>
          <p:cNvPr id="4" name="Image 0" descr="C:\AWT_PRATICAL\SmartSignDeck_Fresh\docs\images\admin_flow_correc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System Flow Processes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Flow Chart (User)</a:t>
            </a:r>
            <a:endParaRPr lang="en-US" sz="2000" dirty="0"/>
          </a:p>
        </p:txBody>
      </p:sp>
      <p:pic>
        <p:nvPicPr>
          <p:cNvPr id="4" name="Image 0" descr="C:\AWT_PRATICAL\SmartSignDeck_Fresh\docs\images\user_flow_correc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System Flow Processes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Flow Chart (Advertiser)</a:t>
            </a:r>
            <a:endParaRPr lang="en-US" sz="2000" dirty="0"/>
          </a:p>
        </p:txBody>
      </p:sp>
      <p:pic>
        <p:nvPicPr>
          <p:cNvPr id="4" name="Image 0" descr="C:\AWT_PRATICAL\SmartSignDeck_Fresh\docs\images\advertiser_flow_correc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System Flow Processes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Activity Diagram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Please provide Activity Diagram Image to complete ]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System Flow Processes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Sequence Diagram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Please provide Sequence Diagram Image to complete ]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Dictionary (Collections)</a:t>
            </a:r>
            <a:endParaRPr lang="en-US" sz="3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users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Store registered user profiles and authentication data.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Full name of the user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email address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password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Hashed password (bcrypt)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System Access Level (admin, user)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companyId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Foreign Key referencing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Holds all display locations and real-time socket statuses.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Screen display area 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macAddress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network identifier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Online or Offline playback 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templateId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Foreign Key referencing Template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templates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Saves the drag-and-drop grid canvas layouts.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Title of the template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resolution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Display output (e.g. 1920x1080)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zones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JSON array of screen layout zones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visibility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Visibility permission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playlists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Sequence of templates scheduled to run on screens.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Playlist title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templates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Array(Object)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 mapping Template_IDs to Durations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createdBy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Created By identifier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Screen Layouts</a:t>
            </a:r>
            <a:endParaRPr lang="en-US" sz="3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System Screen Layouts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Landing Page Features</a:t>
            </a:r>
            <a:endParaRPr lang="en-US" sz="2000" dirty="0"/>
          </a:p>
        </p:txBody>
      </p:sp>
      <p:pic>
        <p:nvPicPr>
          <p:cNvPr id="4" name="Image 0" descr="C:\AWT_PRATICAL\SmartSignDeck_Fresh\docs\images\landing_feat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System Screen Layouts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Login Screen</a:t>
            </a:r>
            <a:endParaRPr lang="en-US" sz="2000" dirty="0"/>
          </a:p>
        </p:txBody>
      </p:sp>
      <p:pic>
        <p:nvPicPr>
          <p:cNvPr id="4" name="Image 0" descr="C:\AWT_PRATICAL\SmartSignDeck_Fresh\docs\images\landing_login_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System Screen Layouts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Registration Form</a:t>
            </a:r>
            <a:endParaRPr lang="en-US" sz="2000" dirty="0"/>
          </a:p>
        </p:txBody>
      </p:sp>
      <p:pic>
        <p:nvPicPr>
          <p:cNvPr id="4" name="Image 0" descr="C:\AWT_PRATICAL\SmartSignDeck_Fresh\docs\images\auth_registr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System Screen Layouts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Main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Dashboard UI ]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System Screen Layouts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Template Builder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Template Editor UI ]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Scope &amp; 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Scope: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system is capable of pushing dynamic visual changes to unlimited displays connected globally.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Distinct access layers ensure users only control screens and media assigned to their workspace.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Audit logging provides administrators with a complete history of all content changes over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Limitations: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Strict dependency on reliable internet access. Screens cannot render completely new updates if the connection drops entirely.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Timezone management is currently unified globally, lacking automatic local timezone logic for displays heavily relying on accurate local time.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Pushing raw uncompressed 4K video assets may induce buffering latency on low-end WiFi networks.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Future Expansion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1. Implement Offline Player Architecture: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Develop electron-based or native mobile applications to heavily cache templates offline for 100% uninterrupted looping when internet drops.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2. AI-Powered Templating: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Integrate Generative AI tools (e.g. OpenAI) to automatically auto-design marketing graphics based entirely on prompt keywords.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3. Audience Analytics: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Embed camera modules at display zones to capture demographic engagement metrics and view-duration statistics anonymously.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4. Ad-Tech Payment Gateways: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Allow external third-party advertisers to bid and rent out your unused screen timeslots and pay digitally via Stripe.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4D8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4F6F9"/>
                </a:solidFill>
              </a:rPr>
              <a:t>Any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Technostacks Infotech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SmartSignDeck Presentation</dc:title>
  <dc:subject>SmartSignDeck Final Project Presentation</dc:subject>
  <dc:creator>Dhimant N. Pandya</dc:creator>
  <cp:lastModifiedBy>Dhimant N. Pandya</cp:lastModifiedBy>
  <cp:revision>1</cp:revision>
  <dcterms:created xsi:type="dcterms:W3CDTF">2026-04-03T18:01:16Z</dcterms:created>
  <dcterms:modified xsi:type="dcterms:W3CDTF">2026-04-03T18:01:16Z</dcterms:modified>
</cp:coreProperties>
</file>