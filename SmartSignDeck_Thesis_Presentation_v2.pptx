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63636"/>
                </a:solidFill>
              </a:rPr>
              <a:t>SmartSignDeck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66666"/>
                </a:solidFill>
              </a:rPr>
              <a:t>Digital Signage Management System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63636"/>
                </a:solidFill>
              </a:rPr>
              <a:t>Developed By: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363636"/>
                </a:solidFill>
              </a:rPr>
              <a:t>Dhimant N. Pandya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363636"/>
                </a:solidFill>
              </a:rPr>
              <a:t>(BC065 / 23BCUOS076)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363636"/>
                </a:solidFill>
              </a:rPr>
              <a:t>Developed At: Technostacks Infotech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363636"/>
                </a:solidFill>
              </a:rPr>
              <a:t>Internal Guide: Prof. Minaz Shaikh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About The System (Introduction)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SmartSignDeck - Digital Signage System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SmartSignDeck is a comprehensive, cloud-based Digital Signage Management SaaS platform. </a:t>
            </a:r>
            <a:endParaRPr lang="en-US" sz="1800" dirty="0"/>
          </a:p>
          <a:p>
            <a:pPr algn="l" indent="0" marL="0">
              <a:lnSpc>
                <a:spcPts val="2500"/>
              </a:lnSpc>
              <a:buNone/>
            </a:pPr>
            <a:endParaRPr lang="en-US" sz="18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It is designed to enable businesses, advertisers, and organizations to seamlessly control and update digital displays (TVs, Monitors, Billboards) located anywhere in the world from a single centralized dashboard.</a:t>
            </a:r>
            <a:endParaRPr lang="en-US" sz="1800" dirty="0"/>
          </a:p>
          <a:p>
            <a:pPr algn="l" indent="0" marL="0">
              <a:lnSpc>
                <a:spcPts val="2500"/>
              </a:lnSpc>
              <a:buNone/>
            </a:pPr>
            <a:endParaRPr lang="en-US" sz="18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Traditionally, updating a digital screen required a person to physically travel to the display monitor and plug in a USB drive with the new images or videos. SmartSignDeck completely eliminates this manual effort by leveraging internet connectivity and real-time WebSocket communication to push content to screens instantly.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About The System (Core Objectives)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SmartSignDeck - Digital Signage System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The primary objectives of the SmartSignDeck system include:</a:t>
            </a:r>
            <a:endParaRPr lang="en-US" sz="1800" dirty="0"/>
          </a:p>
          <a:p>
            <a:pPr algn="l" indent="0" marL="0">
              <a:lnSpc>
                <a:spcPts val="2500"/>
              </a:lnSpc>
              <a:buNone/>
            </a:pPr>
            <a:endParaRPr lang="en-US" sz="18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1. Centralized Management: Control an unlimited number of screens across different physical locations simultaneously.</a:t>
            </a:r>
            <a:endParaRPr lang="en-US" sz="18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2. Real-Time Synchronization: Push media and layout updates to live screens instantly without requiring page refreshes.</a:t>
            </a:r>
            <a:endParaRPr lang="en-US" sz="18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3. Intuitive Designing: Provide a drag-and-drop template editor (canvas) for users to build rich media layouts containing Images, Videos, Text, and Clocks.</a:t>
            </a:r>
            <a:endParaRPr lang="en-US" sz="18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4. Multi-Tenant Architecture: Allow multiple companies to use the platform securely with strict data isolation.</a:t>
            </a:r>
            <a:endParaRPr lang="en-US" sz="18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5. Analytics &amp; Auditing: Track exactly what content is playing, screen online statuses, and user actions on the dashboard.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Hardware &amp; Software Details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SmartSignDeck - Digital Signage System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Software Technologies (MERN Stack):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• Frontend: React.js, TypeScript, TailwindCSS, Radix UI, Fabric.js (Canvas)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• Backend: Node.js, Express.js, Socket.IO (WebSockets for Real-time)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• Database: MongoDB Atlas (Mongoose ORM)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• Third-Party Services: Firebase Auth (OAuth), Cloudinary (Media Storage)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• Security: JSON Web Tokens (JWT), Nodemailer (OTP Verification)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Hardware Requirements: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34747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• Cloud Server: 2 vCPUs, 2GB RAM minimum (for Node.js hosting)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• Client (Admin): Any standard PC/Laptop with a modern web browser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• Display Server (Player): Any Smart TV, Raspberry Pi, or mini-PC with an active internet connection and web browser.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Feasibility Study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SmartSignDeck - Digital Signage System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1. Technical Feasibility: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The MERN stack guarantees high scalability and rapid development. WebSockets handle real-time sync effectively without bogging down the server.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2. Economic Feasibility: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All primary technologies (React, Node, MongoDB) are open-source. Cloud infrastructure operates on a Pay-As-You-Go model, making upfront licensing costs near zero.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3. Operational Feasibility: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The platform UI is highly intuitive, relying on standard drag-and-drop mechanics. End users require almost no specialized training to operate the dashboard.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3366"/>
                </a:solidFill>
              </a:rPr>
              <a:t>System Diagrams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003366"/>
                </a:solidFill>
              </a:rPr>
              <a:t>(Use Cases, DFDs, Flow Charts)</a:t>
            </a:r>
            <a:endParaRPr lang="en-US" sz="4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Use Case Diagram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SmartSignDeck - Digital Signage System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0000"/>
                </a:solidFill>
              </a:rPr>
              <a:t>Key Use Cases: Registration, Template Creation, Screen Assignment, Analytics Tracking.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371600"/>
            <a:ext cx="7315200" cy="2743200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9A9A9"/>
                </a:solidFill>
              </a:rPr>
              <a:t>[ Please insert Use Case Diagram Image Here ]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Flow Chart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SmartSignDeck - Digital Signage System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0000"/>
                </a:solidFill>
              </a:rPr>
              <a:t>Overall logical execution flow of the system processes.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371600"/>
            <a:ext cx="7315200" cy="2743200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9A9A9"/>
                </a:solidFill>
              </a:rPr>
              <a:t>[ Please insert Flow Chart Diagram Image Here ]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Activity Diagram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SmartSignDeck - Digital Signage System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2743200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9A9A9"/>
                </a:solidFill>
              </a:rPr>
              <a:t>[ Please insert Activity Diagram Image Here ]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Sequence Diagram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SmartSignDeck - Digital Signage System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0000"/>
                </a:solidFill>
              </a:rPr>
              <a:t>Demonstrating the real-time synchronous connection between Admin Board and Display Screen (Player).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371600"/>
            <a:ext cx="7315200" cy="2743200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9A9A9"/>
                </a:solidFill>
              </a:rPr>
              <a:t>[ Please insert Sequence Diagram Image Here ]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Data Flow Diagram (Level 0 &amp; 1)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SmartSignDeck - Digital Signage System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0000"/>
                </a:solidFill>
              </a:rPr>
              <a:t>Displaying the flow of media and scheduling instructions from User -&gt; Server -&gt; Display Node.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371600"/>
            <a:ext cx="7315200" cy="2743200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9A9A9"/>
                </a:solidFill>
              </a:rPr>
              <a:t>[ Please insert DFD Image Here ]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3366"/>
                </a:solidFill>
              </a:rPr>
              <a:t>Data Dictionary (Database Tables)</a:t>
            </a:r>
            <a:endParaRPr lang="en-US" sz="4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Table Name: users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SmartSignDeck - Digital Signage System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0000"/>
                </a:solidFill>
              </a:rPr>
              <a:t>Description: Store registered user profiles and authentication data.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286000"/>
                <a:gridCol w="1828800"/>
                <a:gridCol w="36576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Field Name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Data Type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Description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_id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ObjectId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Primary key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name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String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Full name of the user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email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String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Unique email address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password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String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Hashed password (bcrypt)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role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String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System Access Level (admin, user)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companyId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ObjectId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Foreign Key referencing Company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Table Name: screens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SmartSignDeck - Digital Signage System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0000"/>
                </a:solidFill>
              </a:rPr>
              <a:t>Description: Holds all display locations and real-time socket statuses.</a:t>
            </a:r>
            <a:endParaRPr lang="en-US" sz="1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286000"/>
                <a:gridCol w="1828800"/>
                <a:gridCol w="36576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Field Name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Data Type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Description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_id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ObjectId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Primary key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name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String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Screen display area name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macAddress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String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Unique network identifier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status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String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Online or Offline playback status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templateId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ObjectId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Foreign Key referencing Template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Table Name: templates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SmartSignDeck - Digital Signage System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0000"/>
                </a:solidFill>
              </a:rPr>
              <a:t>Description: Saves the drag-and-drop grid canvas layouts.</a:t>
            </a:r>
            <a:endParaRPr lang="en-US" sz="1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286000"/>
                <a:gridCol w="1828800"/>
                <a:gridCol w="36576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Field Name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Data Type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Description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_id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ObjectId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Primary key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name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String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Title of the template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resolution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String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Display output (e.g. 1920x1080)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zones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Array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JSON array of screen layout zones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visibility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String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Visibility permission setting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Table Name: playlists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SmartSignDeck - Digital Signage System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0000"/>
                </a:solidFill>
              </a:rPr>
              <a:t>Description: Sequence of templates scheduled to run on screens.</a:t>
            </a:r>
            <a:endParaRPr lang="en-US" sz="1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286000"/>
                <a:gridCol w="1828800"/>
                <a:gridCol w="36576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Field Name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Data Type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Description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_id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ObjectId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Primary key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name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String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Playlist title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templates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Array(Object)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Array mapping Template_Ids to Durations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createdBy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ObjectId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Foreign Key to User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3366"/>
                </a:solidFill>
              </a:rPr>
              <a:t>System Screen Layouts</a:t>
            </a:r>
            <a:endParaRPr lang="en-US" sz="4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Screen Layout: Login &amp; Registration Screen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SmartSignDeck - Digital Signage System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3200400"/>
          </a:xfrm>
          <a:prstGeom prst="rect">
            <a:avLst/>
          </a:prstGeom>
          <a:solidFill>
            <a:srgbClr val="F9F9F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9A9A9"/>
                </a:solidFill>
              </a:rPr>
              <a:t>[ Insert Screenshot for Login &amp; Registration Screen Here ]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Screen Layout: Main Dashboard Screen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SmartSignDeck - Digital Signage System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3200400"/>
          </a:xfrm>
          <a:prstGeom prst="rect">
            <a:avLst/>
          </a:prstGeom>
          <a:solidFill>
            <a:srgbClr val="F9F9F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9A9A9"/>
                </a:solidFill>
              </a:rPr>
              <a:t>[ Insert Screenshot for Main Dashboard Screen Here ]</a:t>
            </a:r>
            <a:endParaRPr lang="en-US"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Screen Layout: User Management Screen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SmartSignDeck - Digital Signage System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3200400"/>
          </a:xfrm>
          <a:prstGeom prst="rect">
            <a:avLst/>
          </a:prstGeom>
          <a:solidFill>
            <a:srgbClr val="F9F9F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9A9A9"/>
                </a:solidFill>
              </a:rPr>
              <a:t>[ Insert Screenshot for User Management Screen Here ]</a:t>
            </a:r>
            <a:endParaRPr lang="en-US" sz="2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Screen Layout: Template Grid Editor Screen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SmartSignDeck - Digital Signage System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3200400"/>
          </a:xfrm>
          <a:prstGeom prst="rect">
            <a:avLst/>
          </a:prstGeom>
          <a:solidFill>
            <a:srgbClr val="F9F9F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9A9A9"/>
                </a:solidFill>
              </a:rPr>
              <a:t>[ Insert Screenshot for Template Grid Editor Screen Here ]</a:t>
            </a:r>
            <a:endParaRPr lang="en-US" sz="2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Screen Layout: Template Library Viewer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SmartSignDeck - Digital Signage System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3200400"/>
          </a:xfrm>
          <a:prstGeom prst="rect">
            <a:avLst/>
          </a:prstGeom>
          <a:solidFill>
            <a:srgbClr val="F9F9F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9A9A9"/>
                </a:solidFill>
              </a:rPr>
              <a:t>[ Insert Screenshot for Template Library Viewer Here ]</a:t>
            </a:r>
            <a:endParaRPr lang="en-US" sz="2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Screen Layout: Screen Assignment &amp; Status View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SmartSignDeck - Digital Signage System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3200400"/>
          </a:xfrm>
          <a:prstGeom prst="rect">
            <a:avLst/>
          </a:prstGeom>
          <a:solidFill>
            <a:srgbClr val="F9F9F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9A9A9"/>
                </a:solidFill>
              </a:rPr>
              <a:t>[ Insert Screenshot for Screen Assignment &amp; Status View Here ]</a:t>
            </a:r>
            <a:endParaRPr lang="en-US" sz="2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Screen Layout: Playlist Scheduler View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SmartSignDeck - Digital Signage System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3200400"/>
          </a:xfrm>
          <a:prstGeom prst="rect">
            <a:avLst/>
          </a:prstGeom>
          <a:solidFill>
            <a:srgbClr val="F9F9F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9A9A9"/>
                </a:solidFill>
              </a:rPr>
              <a:t>[ Insert Screenshot for Playlist Scheduler View Here ]</a:t>
            </a:r>
            <a:endParaRPr lang="en-US" sz="2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Screen Layout: Live Running Player Screen (Output)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SmartSignDeck - Digital Signage System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3200400"/>
          </a:xfrm>
          <a:prstGeom prst="rect">
            <a:avLst/>
          </a:prstGeom>
          <a:solidFill>
            <a:srgbClr val="F9F9F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9A9A9"/>
                </a:solidFill>
              </a:rPr>
              <a:t>[ Insert Screenshot for Live Running Player Screen (Output) Here ]</a:t>
            </a:r>
            <a:endParaRPr lang="en-US" sz="2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Screen Layout: Analytics &amp; Audit Log Screen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SmartSignDeck - Digital Signage System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3200400"/>
          </a:xfrm>
          <a:prstGeom prst="rect">
            <a:avLst/>
          </a:prstGeom>
          <a:solidFill>
            <a:srgbClr val="F9F9F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9A9A9"/>
                </a:solidFill>
              </a:rPr>
              <a:t>[ Insert Screenshot for Analytics &amp; Audit Log Screen Here ]</a:t>
            </a:r>
            <a:endParaRPr lang="en-US" sz="2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Scope &amp; Limitations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SmartSignDeck - Digital Signage System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Scope: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• The system is capable of pushing dynamic visual changes to unlimited displays worldwide.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• Offers distinct access layers ensuring standard users only see assigned regions.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• Allows robust audit logging tracking every connection and content change continuously.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Limitations: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• Strict dependency on internet access. The Player screens cannot render updates if connection drops.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• Timezone management is unified globally. Local screen timezone logic is pending.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• Very large video assets without compression may delay screen loading times.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Future Expansion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SmartSignDeck - Digital Signage System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1. Implement Offline Player Architecture: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Develop electron-based or native mobile applications to cache templates offline for uninterrupted looping when internet drops.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2. AI-Powered Templating: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Integrate Generative AI tools to automatically design display graphics based on prompt keywords.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3. Audience Analytics: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Embed camera modules at display zones to capture anonymous demographic engagement metrics and views.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4. Payment Gateways: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Allow external advertisers to rent out unused screen timeslots seamlessly and pay digitally.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3366"/>
                </a:solidFill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666666"/>
                </a:solidFill>
              </a:rPr>
              <a:t>Any Questions?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Technostacks Infotech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SmartSignDeck Presentation</dc:title>
  <dc:subject>SmartSignDeck Final Project Presentation</dc:subject>
  <dc:creator>Dhimant N. Pandya</dc:creator>
  <cp:lastModifiedBy>Dhimant N. Pandya</cp:lastModifiedBy>
  <cp:revision>1</cp:revision>
  <dcterms:created xsi:type="dcterms:W3CDTF">2026-04-03T17:21:53Z</dcterms:created>
  <dcterms:modified xsi:type="dcterms:W3CDTF">2026-04-03T17:21:53Z</dcterms:modified>
</cp:coreProperties>
</file>