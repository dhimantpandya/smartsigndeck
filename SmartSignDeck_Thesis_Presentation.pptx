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SmartSignDeck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</a:rPr>
              <a:t>Digital Signage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Developed By: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Dhimant N. Pandya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(BC065 / 23BCUOS076)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Developed At: Technostacks Infotech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Internal Guide: Prof. Minaz Shaikh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About The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SmartSignDeck is a centralized cloud platform for managing digital displays across multiple geographic locations.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Key Objectives: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Overcome manual content updates via USB drives.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Manage, schedule, and sync media instantly through WebSockets.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Easy template editing using a drag-and-drop designer.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Complete role-based access for multi-user collaboration.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Hardware &amp; Software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System Environment: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Frontend Stack: React.js, TypeScript, TailwindCSS, Fabric.js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Backend Stack: Node.js, Express.js, Socket.IO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Database: MongoDB Atlas (Mongoose ORM)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Third-Party Services: Firebase Auth, Cloudinary Storage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Hardware Requirements: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Cloud Server: 2 vCPUs, 2GB RAM minimum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Display Screen (Player): Any Smart TV / Raspberry Pi with a browser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Network: Moderate internet connection for WebSocket syncing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Feasibility Study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Technical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MERN stack provides the required scalability and high concurrency for managing dozens of live WebSockets concurrently without heavy infrastructure limits.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Economic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Utilizes an entirely open-source stack. The system leverages cost-effective cloud scaling, making it completely viable within an organizational budget.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Operational Feasibility: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The interface uses intuitive, user-friendly UI standards. Users don’t need specialized training to schedule templates on screens.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System Diagrams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(Use Cases, DFDs, Flow Charts)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Use Case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Use Case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Flow Chart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Flow Chart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Activity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Activity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Sequence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Sequence Diagram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Data Flow Diagram (Level 0 &amp; 1)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Please insert DFD Image Here ]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Data Dictionary (Database Tables)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Table: users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Store registered user profiles and authentication data.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 name of the user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Unique email address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password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Hashed password (bcrypt)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Super Admin, Admin, User, Advertiser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Table: screens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Holds all display locations and real-time socket statuses.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Screen display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macAddress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Unique network identifier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Online or Offline 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companyId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FK to Company reference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Table: templates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Saves the dragging grid canvas configurations and layouts.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Title of template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resolution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1920x1080, 1080x1920 etc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zones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Array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JSON array of Fabric.js objects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Private vs Global access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Table: playlists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Description: Sequence of templates scheduled to run on screens.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Field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Data Type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_id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key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Playlist title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templates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Array(Object)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Array mapping Template_Ids to Durations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createdBy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ObjectId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 who created the playlist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3366"/>
                </a:solidFill>
              </a:rPr>
              <a:t>System Screen Layouts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Login &amp; Registration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Login &amp; Registration Screen ]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Main Dashboard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Main Dashboard Screen ]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User Management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User Management Screen ]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Template Grid Editor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Template Grid Editor Screen ]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Template Library Viewer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Template Library Viewer ]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Screen Assignment &amp; Status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Screen Assignment &amp; Status View ]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Playlist Scheduler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Playlist Scheduler View ]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Live Running Player Screen (Output)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Live Running Player Screen (Output) ]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Screen Layout: Analytics &amp; Audit Log Screen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A9A9"/>
                </a:solidFill>
              </a:rPr>
              <a:t>[ Insert Screenshot for Analytics &amp; Audit Log Screen ]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Scope &amp;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Scope: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Capable of pushing dynamic visual changes to unlimited displays worldwide.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Offers distinct access layers ensuring advertisers only see assigned regions.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Allows robust audit logging tracking every connection and content change.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Limitations: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Strict dependency on internet access. The Player screens cannot render updates if connection drops.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Timezone management is unified globally. Local screen timezone logic is pending.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Very large video assets without compression may delay screen loading times.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Future Expansion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SmartSignDeck - Digital Signage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1. Implement Offline Player Architecture: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Develop electron-based or native mobile applications to cache templates offline for uninterrupted looping when internet drops.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2. AI-Powered Templating: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Integrate Generative AI tools to automatically design display graphics based on prompt keywords.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3. Audience Analytics: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Embed camera modules at display zones to capture anonymous demographic engagement metrics and views.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4. Payment Gateways: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Allow external advertisers to rent out unused screen timeslots seamlessly and pay digitally.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66666"/>
                </a:solidFill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Technostacks Infotech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SmartSignDeck Presentation</dc:title>
  <dc:subject>SmartSignDeck Final Project Presentation</dc:subject>
  <dc:creator>Dhimant N. Pandya</dc:creator>
  <cp:lastModifiedBy>Dhimant N. Pandya</cp:lastModifiedBy>
  <cp:revision>1</cp:revision>
  <dcterms:created xsi:type="dcterms:W3CDTF">2026-04-03T17:09:53Z</dcterms:created>
  <dcterms:modified xsi:type="dcterms:W3CDTF">2026-04-03T17:09:53Z</dcterms:modified>
</cp:coreProperties>
</file>