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SmartSignDeck | Cloud-Based Digital Signage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Dharmsinh Desai University | BCA Final Year Project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SmartSignDeck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Digital Signage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Dhimant N. Pandya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(BC065 / 23BCUOS076)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At: Technostacks Infotech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Internal Guide: Prof. Minaz Shaikh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SmartSignDeck is a comprehensive, cloud-based Digital Signage Management SaaS platform. 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drive. SmartSignDeck completely eliminates this manual effort by leveraging internet connectivity to push content to screens remotely.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Core Objectives: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Centralized Management: Control an unlimited number of screens across different physical locations simultaneously.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Real-Time Synchronization: Push media and layout updates to live screens instantly using WebSockets.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Intuitive Designing: Provide a drag-and-drop template editor (canvas) for users to build rich media layouts (Images, Videos, Clocks).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4. Multi-Tenant Architecture: Allow multiple companies to use the platform securely with strict data isolation.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5. Analytics &amp; Auditing: Track exactly what content is playing and monitor screen online statuses.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Software Technologies (MERN Stack):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TailwindCSS, Fabric.js (Canvas)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Services: Firebase Auth (OAuth), Cloudinary (Media Storage)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Hardware Requirements: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(Node.js backend hosting)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Client (Admin UI): Standard Laptop/Desktop with a modern web 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Display Server (Player node): Smart TV, Raspberry Pi, or mini-PC with an active internet connection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Network: Standard broadband connection for reliable media streaming.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a) Existing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Pain Points in Traditional Systems: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Manual Effort: Content is stored on USB drives; employees must physically travel to displays to plug them in.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No Centralization: Impossible to sync or update multiple billboards in different cities at the same time.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Blind Operations: Management cannot remotely check if a screen is broken, offline, or turned off.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Static Content: Very difficult to integrate dynamic elements like Live Clocks or real-time internet feeds alongside videos.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b) Proposed System (SmartSignDeck)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Advantages &amp; Solutions: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Cloud-Based Pipeline: Admins securely upload layouts globally. Remote screens fetch updates via Wi-Fi/Ethernet.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Instant WebSocket Triggers: The moment an admin clicks "Deploy", the display updates synchronously worldwide within milliseconds.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Automated 24/7 Scheduling: Content rules shift layouts based strictly on current timeslots or days independently.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Dynamic Designer: Embed Videos, Images, QR Codes, and Real-Time Clocks into a custom template canvas seamlessly.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Technical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Highly scalable utilizing a modern MERN Stack and WebSocket architecture.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Extremely low-latency real-time synchronization between server and client screens.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Economic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Open-source framework eliminating hefty upfront licensing costs.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Pay-As-You-Go cloud scaling keeps storage and computing inexpensive.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Operational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Visual drag-and-drop mechanics ensure zero learning-curve for new admins.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Automates previously tedious physical operations entirely.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Diagrams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(UML &amp; Data Flow)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Key Operations: Registration, Template Creation, Screen Assignment, and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Click here to Delete this text and Paste your Use Case Image 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Flow Chart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Logical execution flow of the digital signage pipeline.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Flow Chart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Activity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Activity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Sequence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Demonstrating real-time syncing between Admin -&gt; Server -&gt; Connected Screen Player.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Sequence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 (Level 0 &amp; 1)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Displaying the flow of media data mapping.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DFD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Dictionary (Collections)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Store registered user profiles and authentication data.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 of the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Hashed password (bcrypt)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Access Level (admin, user)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companyId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Holds all display locations and real-time socket statuses.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Screen display area 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network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 or Offline playback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templates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Saves the drag-and-drop grid canvas layouts.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Title of the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 output (e.g. 1920x1080)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 array of screen layout 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 permission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playlists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Sequence of templates scheduled to run on screens.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Playlist title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Array(Object)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 mapping Template_IDs to Durations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 By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Screen Layouts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Login &amp; Registration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Login &amp; Registration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Main Dashboard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Main Dashboard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User Management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User Management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Grid Editor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Template Grid Editor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Library Viewer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Template Library Viewer ]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Screen Assignment &amp; Status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Screen Assignment &amp; Status View ]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Live Player Screen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Live Player Screen Output ]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Scope: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connected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Distinct access layers ensure users only control screens and media assigned to their workspace.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Audit logging provides administrators with a complete history of all content changes over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Limitations: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Strict dependency on reliable internet access. Screens cannot render completely new updates if the connection drops entirely.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Timezone management is currently unified globally, lacking automatic local timezone logic for displays heavily relying on accurate local time.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Pushing raw uncompressed 4K video assets may induce buffering latency on low-end WiFi networks.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heavily cache templates offline for 100% uninterrupted looping when internet drops.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(e.g. OpenAI) to automatically auto-design marketing graphics based entirely on prompt keywords.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demographic engagement metrics and view-duration statistics anonymously.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4. Ad-Tech Payment Gateways: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third-party advertisers to bid and rent out your unused screen timeslots and pay digitally via Stripe.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F6F9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N. Pandya</cp:lastModifiedBy>
  <cp:revision>1</cp:revision>
  <dcterms:created xsi:type="dcterms:W3CDTF">2026-04-03T17:43:39Z</dcterms:created>
  <dcterms:modified xsi:type="dcterms:W3CDTF">2026-04-03T17:43:39Z</dcterms:modified>
</cp:coreProperties>
</file>