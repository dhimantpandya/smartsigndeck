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SmartSignDeck | Cloud-Based Digital Signage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Dharmsinh Desai University | BCA Final Year Project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</a:rPr>
              <a:t>SmartSignDeck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Digital Signage Management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Developed By: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Dhimant N. Pandya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(BC065 / 23BCUOS076)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Developed At: Technostacks Infotech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Internal Guide: Prof. Minaz Shaikh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 (Introduction)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SmartSignDeck is a comprehensive, cloud-based Digital Signage Management SaaS platform. 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It is designed to enable businesses, advertisers, and organizations to seamlessly control and update digital displays (TVs, Monitors, Billboards) located anywhere in the world from a single centralized dashboard.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Traditionally, updating a digital screen required a person to physically travel to the display monitor and plug in a USB drive. SmartSignDeck completely eliminates this manual effort by leveraging internet connectivity to push content to screens remotely.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 (Core Objectives)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The primary objectives of the SmartSignDeck system include: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Centralized Management: Control an unlimited number of screens across different physical locations simultaneously.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Real-Time Synchronization: Push media and layout updates to live screens instantly using WebSockets.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Intuitive Designing: Provide a drag-and-drop template editor (canvas) for users to build rich media layouts (Images, Videos, Clocks).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4. Multi-Tenant Architecture: Allow multiple companies to use the platform securely with strict data isolation.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5. Analytics &amp; Auditing: Track exactly what content is playing and monitor screen online statuses.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Existing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Current Pain Points in Traditional Digital Signage: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High Manual Effort: Content (images/videos) is stored on USB flash drives. Employees must physically travel to each display screen to plug them in, limiting scalability.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No Remote Management: Organizations cannot remotely check if a screen is currently offline or if the TV is powered off.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Poor Scheduling: Inability to schedule different content for morning vs evening shifts automatically.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4. Static Design Limits: Difficult to embed dynamic elements (live clocks, scrolling tickers, real-time widgets) alongside videos without specialized, expensive broadcast software.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Proposed System (SmartSignDeck)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Advantages of the SmartSignDeck Architecture: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Cloud-Based Pipeline: Admins can upload templates globally. Client screens fetch the active playlist seamlessly over Wi-Fi/Ethernet.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WebSocket Integration: The moment an admin clicks "Deploy", the display updates simultaneously worldwide within milliseconds.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Automated Scheduling: Playlists can be scheduled entirely based on time-slots and days of the week, running hands-free 24/7.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4. Drag &amp; Drop Editing: Users can inject Videos, Images, QR Codes, and Clocks securely online inside a custom canvas editor.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Hardware &amp; Software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Software Technologies (MERN Stack):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Frontend: React.js, TypeScript, TailwindCSS, Fabric.js (Canvas)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Backend: Node.js, Express.js, Socket.IO (WebSockets)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Database: MongoDB Atlas (Mongoose ORM)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Services: Firebase Auth (OAuth), Cloudinary (Media Storage)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Hardware Requirements: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Server: 2 vCPUs, 2GB RAM minimum (Node.js backend hosting)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Client (Admin UI): Standard Laptop/Desktop with a modern web browser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Display Server (Player node): Smart TV, Raspberry Pi, or mini-PC with an active internet connection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Network: Standard broadband connection for reliable media streaming.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Feasibility Study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Technical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The MERN stack guarantees high scalability and rapid development. WebSockets handle real-time sync effectively without bogging down the server.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Economic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All primary technologies (React, Node, MongoDB) are completely open-source. Cloud infrastructure operates on a cost-effective Pay-As-You-Go model.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Operational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The platform UI is intuitive, using drag-and-drop. End users require almost no specialized training to operate the dashboard and schedule content.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Diagrams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(UML &amp; Data Flow)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Key Operations: Registration, Template Creation, Screen Assignment, and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Click here to Delete this text and Paste your Use Case Image ]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Flow Chart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Logical execution flow of the digital signage pipeline.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Flow Chart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Activity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Activity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Sequence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Demonstrating real-time syncing between Admin -&gt; Server -&gt; Connected Screen Player.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Sequence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 (Level 0 &amp; 1)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Displaying the flow of media data mapping.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DFD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Dictionary (Collections)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users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Store registered user profiles and authentication data.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name of the user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email 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Hashed password (bcrypt)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System Access Level (admin, user)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companyId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Holds all display locations and real-time socket statuses.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Screen display area 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macAddress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network identifier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Online or Offline playback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templates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Saves the drag-and-drop grid canvas layouts.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Title of the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Display output (e.g. 1920x1080)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JSON array of screen layout 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 permission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playlists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Sequence of templates scheduled to run on screens.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Playlist title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Array(Object)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 mapping Template_IDs to Durations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createdBy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 By identifier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Screen Layouts</a:t>
            </a:r>
            <a:endParaRPr lang="en-US" sz="3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Login &amp; Registration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Login &amp; Registration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Main Dashboard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Main Dashboard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User Management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User Management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Template Grid Editor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Template Grid Editor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Template Library Viewer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Template Library Viewer ]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Screen Assignment &amp; Status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Screen Assignment &amp; Status View ]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Live Player Screen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Live Player Screen Output ]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Scope &amp;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Scope: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system is capable of pushing dynamic visual changes to unlimited displays connected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Distinct access layers ensure users only control screens and media assigned to their workspace.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Audit logging provides administrators with a complete history of all content changes over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Limitations: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Strict dependency on reliable internet access. Screens cannot render completely new updates if the connection drops entirely.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Timezone management is currently unified globally, lacking automatic local timezone logic for displays heavily relying on accurate local time.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Pushing raw uncompressed 4K video assets may induce buffering latency on low-end WiFi networks.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Future Expansion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Implement Offline Player Architecture: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Develop electron-based or native mobile applications to heavily cache templates offline for 100% uninterrupted looping when internet drops.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AI-Powered Templating: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Integrate Generative AI tools (e.g. OpenAI) to automatically auto-design marketing graphics based entirely on prompt keywords.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Audience Analytics: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Embed camera modules at display zones to capture demographic engagement metrics and view-duration statistics anonymously.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4. Ad-Tech Payment Gateways: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Allow external third-party advertisers to bid and rent out your unused screen timeslots and pay digitally via Stripe.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4F6F9"/>
                </a:solidFill>
              </a:rPr>
              <a:t>Any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Technostacks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SmartSignDeck Presentation</dc:title>
  <dc:subject>SmartSignDeck Final Project Presentation</dc:subject>
  <dc:creator>Dhimant N. Pandya</dc:creator>
  <cp:lastModifiedBy>Dhimant N. Pandya</cp:lastModifiedBy>
  <cp:revision>1</cp:revision>
  <dcterms:created xsi:type="dcterms:W3CDTF">2026-04-03T17:36:34Z</dcterms:created>
  <dcterms:modified xsi:type="dcterms:W3CDTF">2026-04-03T17:36:34Z</dcterms:modified>
</cp:coreProperties>
</file>